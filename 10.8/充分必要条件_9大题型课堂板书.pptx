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23.png"/><Relationship Id="rId5" Type="http://schemas.openxmlformats.org/officeDocument/2006/relationships/image" Target="../media/image24.svg"/><Relationship Id="rId6" Type="http://schemas.openxmlformats.org/officeDocument/2006/relationships/image" Target="../media/image25.png"/><Relationship Id="rId7" Type="http://schemas.openxmlformats.org/officeDocument/2006/relationships/image" Target="../media/image26.svg"/><Relationship Id="rId8" Type="http://schemas.openxmlformats.org/officeDocument/2006/relationships/image" Target="../media/image27.png"/><Relationship Id="rId9" Type="http://schemas.openxmlformats.org/officeDocument/2006/relationships/image" Target="../media/image2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image" Target="../media/image33.png"/><Relationship Id="rId7" Type="http://schemas.openxmlformats.org/officeDocument/2006/relationships/image" Target="../media/image3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4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svg"/><Relationship Id="rId4" Type="http://schemas.openxmlformats.org/officeDocument/2006/relationships/image" Target="../media/image43.png"/><Relationship Id="rId5" Type="http://schemas.openxmlformats.org/officeDocument/2006/relationships/image" Target="../media/image44.svg"/><Relationship Id="rId6" Type="http://schemas.openxmlformats.org/officeDocument/2006/relationships/image" Target="../media/image4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46.svg"/><Relationship Id="rId4" Type="http://schemas.openxmlformats.org/officeDocument/2006/relationships/image" Target="../media/image47.png"/><Relationship Id="rId5" Type="http://schemas.openxmlformats.org/officeDocument/2006/relationships/image" Target="../media/image48.svg"/><Relationship Id="rId6" Type="http://schemas.openxmlformats.org/officeDocument/2006/relationships/image" Target="../media/image49.png"/><Relationship Id="rId7" Type="http://schemas.openxmlformats.org/officeDocument/2006/relationships/image" Target="../media/image50.svg"/><Relationship Id="rId8" Type="http://schemas.openxmlformats.org/officeDocument/2006/relationships/image" Target="../media/image51.png"/><Relationship Id="rId9" Type="http://schemas.openxmlformats.org/officeDocument/2006/relationships/image" Target="../media/image52.svg"/><Relationship Id="rId10" Type="http://schemas.openxmlformats.org/officeDocument/2006/relationships/image" Target="../media/image53.png"/><Relationship Id="rId11" Type="http://schemas.openxmlformats.org/officeDocument/2006/relationships/image" Target="../media/image54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svg"/><Relationship Id="rId4" Type="http://schemas.openxmlformats.org/officeDocument/2006/relationships/image" Target="../media/image56.png"/><Relationship Id="rId5" Type="http://schemas.openxmlformats.org/officeDocument/2006/relationships/image" Target="../media/image57.svg"/><Relationship Id="rId6" Type="http://schemas.openxmlformats.org/officeDocument/2006/relationships/image" Target="../media/image58.png"/><Relationship Id="rId7" Type="http://schemas.openxmlformats.org/officeDocument/2006/relationships/image" Target="../media/image59.svg"/><Relationship Id="rId8" Type="http://schemas.openxmlformats.org/officeDocument/2006/relationships/image" Target="../media/image60.png"/><Relationship Id="rId9" Type="http://schemas.openxmlformats.org/officeDocument/2006/relationships/image" Target="../media/image61.svg"/><Relationship Id="rId10" Type="http://schemas.openxmlformats.org/officeDocument/2006/relationships/image" Target="../media/image62.png"/><Relationship Id="rId11" Type="http://schemas.openxmlformats.org/officeDocument/2006/relationships/image" Target="../media/image63.svg"/><Relationship Id="rId12" Type="http://schemas.openxmlformats.org/officeDocument/2006/relationships/image" Target="../media/image64.png"/><Relationship Id="rId13" Type="http://schemas.openxmlformats.org/officeDocument/2006/relationships/image" Target="../media/image65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514600"/>
            <a:ext cx="121920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充分必要条件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84600"/>
            <a:ext cx="12192000" cy="71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天津高三数学 · 9 大经典题型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4244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题型一——不等式与解集包含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1137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2764" y="681137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54432" y="681137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9233" y="681137"/>
            <a:ext cx="1727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”的（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143713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2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13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4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55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76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7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18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3940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143713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24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5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66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87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08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29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7172" y="114371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1491326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419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8519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619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2719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1491326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6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57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78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99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20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1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2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83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04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2500" y="14913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8:svgBlip xmlns:ns7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248" y="784716"/>
            <a:ext cx="797496" cy="238929"/>
          </a:xfrm>
          <a:prstGeom prst="rect">
            <a:avLst/>
          </a:prstGeom>
        </p:spPr>
      </p:pic>
      <p:pic>
        <p:nvPicPr>
          <p:cNvPr id="42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9:svgBlip xmlns:ns7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6384" y="756165"/>
            <a:ext cx="1545029" cy="281405"/>
          </a:xfrm>
          <a:prstGeom prst="rect">
            <a:avLst/>
          </a:prstGeom>
        </p:spPr>
      </p:pic>
      <p:pic>
        <p:nvPicPr>
          <p:cNvPr id="43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80:svgBlip xmlns:ns8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8052" y="775240"/>
            <a:ext cx="1438161" cy="3147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8308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题型二——指数、对数与定义域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1782"/>
            <a:ext cx="1397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已知命题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66412" y="68178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92181"/>
            <a:ext cx="736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命题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6798" y="1092181"/>
            <a:ext cx="1397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，则命题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0794" y="1092181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是命题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850" y="1092181"/>
            <a:ext cx="1397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的（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537268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2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13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34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55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76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97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1840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1537268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24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5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66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87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08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29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72" y="1537268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1884881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419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8519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619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2719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1884881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6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57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78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99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20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1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2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83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04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2500" y="1884881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8:svgBlip xmlns:ns7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848" y="793374"/>
            <a:ext cx="2220544" cy="290770"/>
          </a:xfrm>
          <a:prstGeom prst="rect">
            <a:avLst/>
          </a:prstGeom>
        </p:spPr>
      </p:pic>
      <p:pic>
        <p:nvPicPr>
          <p:cNvPr id="42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9:svgBlip xmlns:ns7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52448" y="1214009"/>
            <a:ext cx="1351330" cy="269582"/>
          </a:xfrm>
          <a:prstGeom prst="rect">
            <a:avLst/>
          </a:prstGeom>
        </p:spPr>
      </p:pic>
      <p:pic>
        <p:nvPicPr>
          <p:cNvPr id="43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80:svgBlip xmlns:ns8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6846" y="1286843"/>
            <a:ext cx="154700" cy="196747"/>
          </a:xfrm>
          <a:prstGeom prst="rect">
            <a:avLst/>
          </a:prstGeom>
        </p:spPr>
      </p:pic>
      <p:pic>
        <p:nvPicPr>
          <p:cNvPr id="44" name="LaTeX formula (vector SVG)" descr="LaTeX formula (vector 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81:svgBlip xmlns:ns8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40642" y="1286843"/>
            <a:ext cx="147960" cy="1967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8308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题型三——代数运算与反例判断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1782"/>
            <a:ext cx="736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8750" y="681782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736" y="681782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3914" y="681782"/>
            <a:ext cx="1727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”的（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126869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2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13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4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55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76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7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1840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1126869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24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66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87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08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29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072" y="112686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1474482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419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8519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0619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2719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1474482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6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57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78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99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20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41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2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83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04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2500" y="1474482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39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4:svgBlip xmlns:ns7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2448" y="785360"/>
            <a:ext cx="1053282" cy="287831"/>
          </a:xfrm>
          <a:prstGeom prst="rect">
            <a:avLst/>
          </a:prstGeom>
        </p:spPr>
      </p:pic>
      <p:pic>
        <p:nvPicPr>
          <p:cNvPr id="40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5:svgBlip xmlns:ns75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62370" y="793374"/>
            <a:ext cx="694346" cy="279818"/>
          </a:xfrm>
          <a:prstGeom prst="rect">
            <a:avLst/>
          </a:prstGeom>
        </p:spPr>
      </p:pic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76:svgBlip xmlns:ns76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3356" y="756810"/>
            <a:ext cx="907539" cy="316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62372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题型四——函数单调性与参数范围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7533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9410" y="675332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1690" y="67533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1062583"/>
            <a:ext cx="1397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是“函数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62091" y="1062583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7599" y="1062583"/>
            <a:ext cx="3378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上单调递增”的（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524896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92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13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34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55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476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97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1840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1524896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24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5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66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87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08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29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5072" y="152489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1872509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6419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8519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40619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2719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0" y="1872509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6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57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78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99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20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41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2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83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04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02500" y="187250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8:svgBlip xmlns:ns7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248" y="778911"/>
            <a:ext cx="784142" cy="238929"/>
          </a:xfrm>
          <a:prstGeom prst="rect">
            <a:avLst/>
          </a:prstGeom>
        </p:spPr>
      </p:pic>
      <p:pic>
        <p:nvPicPr>
          <p:cNvPr id="42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9:svgBlip xmlns:ns7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63030" y="802612"/>
            <a:ext cx="965641" cy="229154"/>
          </a:xfrm>
          <a:prstGeom prst="rect">
            <a:avLst/>
          </a:prstGeom>
        </p:spPr>
      </p:pic>
      <p:pic>
        <p:nvPicPr>
          <p:cNvPr id="43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80:svgBlip xmlns:ns8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12848" y="1137611"/>
            <a:ext cx="2769995" cy="333607"/>
          </a:xfrm>
          <a:prstGeom prst="rect">
            <a:avLst/>
          </a:prstGeom>
        </p:spPr>
      </p:pic>
      <p:pic>
        <p:nvPicPr>
          <p:cNvPr id="44" name="LaTeX formula (vector SVG)" descr="LaTeX formula (vector 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81:svgBlip xmlns:ns8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1539" y="1156970"/>
            <a:ext cx="1046812" cy="3142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4244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题型五——三角函数与周期性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82228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0207" y="822282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7903" y="822282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60918" y="822282"/>
            <a:ext cx="1727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”的（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22094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2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13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4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55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76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7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1840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1422094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24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66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87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08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29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072" y="1422094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1769707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419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8519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0619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2719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1769707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6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57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78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99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20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41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2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83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04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2500" y="1769707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39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4:svgBlip xmlns:ns7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248" y="925861"/>
            <a:ext cx="774939" cy="238929"/>
          </a:xfrm>
          <a:prstGeom prst="rect">
            <a:avLst/>
          </a:prstGeom>
        </p:spPr>
      </p:pic>
      <p:pic>
        <p:nvPicPr>
          <p:cNvPr id="40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5:svgBlip xmlns:ns75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827" y="803984"/>
            <a:ext cx="1661056" cy="564433"/>
          </a:xfrm>
          <a:prstGeom prst="rect">
            <a:avLst/>
          </a:prstGeom>
        </p:spPr>
      </p:pic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76:svgBlip xmlns:ns76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71523" y="736600"/>
            <a:ext cx="1156375" cy="6318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0180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题型六——向量与几何关系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13850"/>
            <a:ext cx="2057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已知非零向量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7213" y="713850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，则“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2091" y="713850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1317" y="713850"/>
            <a:ext cx="1727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”的（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176426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2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13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4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55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76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7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1840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1176426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24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5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66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87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08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29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5072" y="117642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1524039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6419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8519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40619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2719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1524039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6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57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78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99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20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41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62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183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04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2500" y="1524039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39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4:svgBlip xmlns:ns74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3248" y="736600"/>
            <a:ext cx="430945" cy="368659"/>
          </a:xfrm>
          <a:prstGeom prst="rect">
            <a:avLst/>
          </a:prstGeom>
        </p:spPr>
      </p:pic>
      <p:pic>
        <p:nvPicPr>
          <p:cNvPr id="40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5:svgBlip xmlns:ns75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0833" y="736600"/>
            <a:ext cx="2088238" cy="386148"/>
          </a:xfrm>
          <a:prstGeom prst="rect">
            <a:avLst/>
          </a:prstGeom>
        </p:spPr>
      </p:pic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76:svgBlip xmlns:ns76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05711" y="736600"/>
            <a:ext cx="712586" cy="307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8308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题型七——数列性质与条件判断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1782"/>
            <a:ext cx="13970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已知数列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6585" y="68178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102587"/>
            <a:ext cx="736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则“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7352" y="1102587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0937" y="1102587"/>
            <a:ext cx="3378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为等差数列”的（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565163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2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13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4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55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76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97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1840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0" y="1565163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24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5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66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87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08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29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5072" y="156516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1912776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6419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8519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0619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32719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1912776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6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57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78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99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20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41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62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83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104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2500" y="191277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40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6:svgBlip xmlns:ns76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2848" y="775885"/>
            <a:ext cx="610717" cy="314796"/>
          </a:xfrm>
          <a:prstGeom prst="rect">
            <a:avLst/>
          </a:prstGeom>
        </p:spPr>
      </p:pic>
      <p:pic>
        <p:nvPicPr>
          <p:cNvPr id="41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77:svgBlip xmlns:ns77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220" y="1255422"/>
            <a:ext cx="2208112" cy="224584"/>
          </a:xfrm>
          <a:prstGeom prst="rect">
            <a:avLst/>
          </a:prstGeom>
        </p:spPr>
      </p:pic>
      <p:pic>
        <p:nvPicPr>
          <p:cNvPr id="42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78:svgBlip xmlns:ns78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0972" y="1196690"/>
            <a:ext cx="610717" cy="3147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8308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题型八——解析几何与直线关系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3071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9410" y="683071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78570" y="683071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74636" y="1043595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60267"/>
            <a:ext cx="736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则“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6903" y="1460267"/>
            <a:ext cx="10668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”是“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2649" y="1460267"/>
            <a:ext cx="17272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”的（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1922843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92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13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34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55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76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97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1840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1922843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24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5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66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87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08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29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5072" y="1922843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2270456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6419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8519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40619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2719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0" y="2270456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6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57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578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499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20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41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62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83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04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02500" y="2270456"/>
            <a:ext cx="368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件</a:t>
            </a:r>
          </a:p>
        </p:txBody>
      </p:sp>
      <p:pic>
        <p:nvPicPr>
          <p:cNvPr id="42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80:svgBlip xmlns:ns8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248" y="786650"/>
            <a:ext cx="784142" cy="238929"/>
          </a:xfrm>
          <a:prstGeom prst="rect">
            <a:avLst/>
          </a:prstGeom>
        </p:spPr>
      </p:pic>
      <p:pic>
        <p:nvPicPr>
          <p:cNvPr id="43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81:svgBlip xmlns:ns8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09258" y="794664"/>
            <a:ext cx="2536293" cy="279818"/>
          </a:xfrm>
          <a:prstGeom prst="rect">
            <a:avLst/>
          </a:prstGeom>
        </p:spPr>
      </p:pic>
      <p:pic>
        <p:nvPicPr>
          <p:cNvPr id="44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82:svgBlip xmlns:ns8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73200" y="1137981"/>
            <a:ext cx="3468416" cy="314249"/>
          </a:xfrm>
          <a:prstGeom prst="rect">
            <a:avLst/>
          </a:prstGeom>
        </p:spPr>
      </p:pic>
      <p:pic>
        <p:nvPicPr>
          <p:cNvPr id="45" name="LaTeX formula (vector SVG)" descr="LaTeX formula (vector 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83:svgBlip xmlns:ns8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6220" y="1587546"/>
            <a:ext cx="707663" cy="202921"/>
          </a:xfrm>
          <a:prstGeom prst="rect">
            <a:avLst/>
          </a:prstGeom>
        </p:spPr>
      </p:pic>
      <p:pic>
        <p:nvPicPr>
          <p:cNvPr id="46" name="LaTeX formula (vector SVG)" descr="LaTeX formula (vector SVG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84:svgBlip xmlns:ns8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70523" y="1554370"/>
            <a:ext cx="729106" cy="3147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77800"/>
            <a:ext cx="5830888" cy="812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题型九——逻辑综合与条件选取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681782"/>
            <a:ext cx="4064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2764" y="681782"/>
            <a:ext cx="2387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，下列选项中，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071612"/>
            <a:ext cx="736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使“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9989" y="1071612"/>
            <a:ext cx="5689600" cy="660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”成立的一个必要不充分条件为（　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88852"/>
            <a:ext cx="37914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488852"/>
            <a:ext cx="359172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1802794"/>
            <a:ext cx="356319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1802794"/>
            <a:ext cx="390300" cy="584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D.</a:t>
            </a:r>
          </a:p>
        </p:txBody>
      </p:sp>
      <p:pic>
        <p:nvPicPr>
          <p:cNvPr id="11" name="LaTeX formula (vector SVG)" descr="LaTeX formula (vector SVG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18:svgBlip xmlns:ns18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2248" y="785360"/>
            <a:ext cx="797496" cy="238929"/>
          </a:xfrm>
          <a:prstGeom prst="rect">
            <a:avLst/>
          </a:prstGeom>
        </p:spPr>
      </p:pic>
      <p:pic>
        <p:nvPicPr>
          <p:cNvPr id="12" name="LaTeX formula (vector SVG)" descr="LaTeX formula (vector SVG)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9:svgBlip xmlns:ns19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6220" y="1146640"/>
            <a:ext cx="840749" cy="263567"/>
          </a:xfrm>
          <a:prstGeom prst="rect">
            <a:avLst/>
          </a:prstGeom>
        </p:spPr>
      </p:pic>
      <p:pic>
        <p:nvPicPr>
          <p:cNvPr id="13" name="LaTeX formula (vector SVG)" descr="LaTeX formula (vector SVG)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0:svgBlip xmlns:ns20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9240" y="1578031"/>
            <a:ext cx="1537989" cy="229154"/>
          </a:xfrm>
          <a:prstGeom prst="rect">
            <a:avLst/>
          </a:prstGeom>
        </p:spPr>
      </p:pic>
      <p:pic>
        <p:nvPicPr>
          <p:cNvPr id="14" name="LaTeX formula (vector SVG)" descr="LaTeX formula (vector SVG)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21:svgBlip xmlns:ns21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42472" y="1578031"/>
            <a:ext cx="1537989" cy="229154"/>
          </a:xfrm>
          <a:prstGeom prst="rect">
            <a:avLst/>
          </a:prstGeom>
        </p:spPr>
      </p:pic>
      <p:pic>
        <p:nvPicPr>
          <p:cNvPr id="15" name="LaTeX formula (vector SVG)" descr="LaTeX formula (vector SVG)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22:svgBlip xmlns:ns22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6419" y="1891974"/>
            <a:ext cx="1293147" cy="211316"/>
          </a:xfrm>
          <a:prstGeom prst="rect">
            <a:avLst/>
          </a:prstGeom>
        </p:spPr>
      </p:pic>
      <p:pic>
        <p:nvPicPr>
          <p:cNvPr id="16" name="LaTeX formula (vector SVG)" descr="LaTeX formula (vector SVG)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23:svgBlip xmlns:ns23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3600" y="1891974"/>
            <a:ext cx="1537989" cy="2291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充分必要条件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