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38100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0000" y="381000"/>
            <a:ext cx="38100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81000"/>
            <a:ext cx="38100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已已已已已已已已已已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0" y="381000"/>
            <a:ext cx="381000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xxxxxxxxxx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24000"/>
            <a:ext cx="3810000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000" y="1524000"/>
            <a:ext cx="3810000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1524000"/>
            <a:ext cx="3810000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已已已已已已已已已已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1524000"/>
            <a:ext cx="3810000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xxxxxxxxxx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3810000" cy="711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0" y="2667000"/>
            <a:ext cx="3810000" cy="711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2667000"/>
            <a:ext cx="3810000" cy="711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已已已已已已已已已已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0" y="2667000"/>
            <a:ext cx="3810000" cy="711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8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xxxxxxxxxx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810000"/>
            <a:ext cx="3810000" cy="812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0000" y="3810000"/>
            <a:ext cx="3810000" cy="812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3810000"/>
            <a:ext cx="3810000" cy="812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已已已已已已已已已已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0" y="3810000"/>
            <a:ext cx="3810000" cy="812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xxxxxxxxxx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953000"/>
            <a:ext cx="38100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0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0000" y="4953000"/>
            <a:ext cx="38100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0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0" y="4953000"/>
            <a:ext cx="38100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0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已已已已已已已已已已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0" y="4953000"/>
            <a:ext cx="38100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30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xxxxxxxxxx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969000"/>
            <a:ext cx="3810000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0000" y="5969000"/>
            <a:ext cx="3810000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0" y="5969000"/>
            <a:ext cx="3810000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已已已已已已已已已已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2000" y="5969000"/>
            <a:ext cx="3810000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/>
            <a:r>
              <a:rPr sz="2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xxxxxxxxxx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宋体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宋体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