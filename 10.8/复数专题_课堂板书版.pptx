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5.png"/><Relationship Id="rId7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0.png"/><Relationship Id="rId5" Type="http://schemas.openxmlformats.org/officeDocument/2006/relationships/image" Target="../media/image23.svg"/><Relationship Id="rId6" Type="http://schemas.openxmlformats.org/officeDocument/2006/relationships/image" Target="../media/image5.png"/><Relationship Id="rId7" Type="http://schemas.openxmlformats.org/officeDocument/2006/relationships/image" Target="../media/image2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5.png"/><Relationship Id="rId7" Type="http://schemas.openxmlformats.org/officeDocument/2006/relationships/image" Target="../media/image2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svg"/><Relationship Id="rId4" Type="http://schemas.openxmlformats.org/officeDocument/2006/relationships/image" Target="../media/image10.png"/><Relationship Id="rId5" Type="http://schemas.openxmlformats.org/officeDocument/2006/relationships/image" Target="../media/image30.svg"/><Relationship Id="rId6" Type="http://schemas.openxmlformats.org/officeDocument/2006/relationships/image" Target="../media/image31.png"/><Relationship Id="rId7" Type="http://schemas.openxmlformats.org/officeDocument/2006/relationships/image" Target="../media/image32.svg"/><Relationship Id="rId8" Type="http://schemas.openxmlformats.org/officeDocument/2006/relationships/image" Target="../media/image33.png"/><Relationship Id="rId9" Type="http://schemas.openxmlformats.org/officeDocument/2006/relationships/image" Target="../media/image3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svg"/><Relationship Id="rId6" Type="http://schemas.openxmlformats.org/officeDocument/2006/relationships/image" Target="../media/image38.png"/><Relationship Id="rId7" Type="http://schemas.openxmlformats.org/officeDocument/2006/relationships/image" Target="../media/image39.svg"/><Relationship Id="rId8" Type="http://schemas.openxmlformats.org/officeDocument/2006/relationships/image" Target="../media/image5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92000" cy="20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复数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5105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题型一｜复数的四则运算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1041952"/>
            <a:ext cx="118782" cy="233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1782" y="919480"/>
            <a:ext cx="2921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是虚数单位，化简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1426464"/>
            <a:ext cx="972711" cy="747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1200" y="2204195"/>
            <a:ext cx="1498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的结果为</a:t>
            </a:r>
          </a:p>
        </p:txBody>
      </p:sp>
      <p:pic>
        <p:nvPicPr>
          <p:cNvPr id="9" name="Picture 8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2559795"/>
            <a:ext cx="1422400" cy="711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2204195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5562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题型二｜实部、虚部的求解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1041952"/>
            <a:ext cx="118782" cy="233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1782" y="919480"/>
            <a:ext cx="2209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为虚数单位，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6182" y="1008380"/>
            <a:ext cx="2534328" cy="35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01310" y="919480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394460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则</a:t>
            </a:r>
          </a:p>
        </p:txBody>
      </p:sp>
      <p:pic>
        <p:nvPicPr>
          <p:cNvPr id="10" name="Picture 9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4:svgBlip xmlns:ns1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600" y="1596954"/>
            <a:ext cx="177592" cy="1531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5992" y="1394460"/>
            <a:ext cx="1498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的虚部为</a:t>
            </a:r>
          </a:p>
        </p:txBody>
      </p:sp>
      <p:pic>
        <p:nvPicPr>
          <p:cNvPr id="12" name="Picture 11" descr="LaTeX formula (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7:svgBlip xmlns:ns17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192" y="1750060"/>
            <a:ext cx="1422400" cy="711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2392" y="1394460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37338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题型三｜复数的模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pic>
        <p:nvPicPr>
          <p:cNvPr id="4" name="Picture 3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200" y="1041952"/>
            <a:ext cx="118782" cy="233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69782" y="919480"/>
            <a:ext cx="2565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是虚数单位，则</a:t>
            </a:r>
          </a:p>
        </p:txBody>
      </p:sp>
      <p:pic>
        <p:nvPicPr>
          <p:cNvPr id="6" name="Picture 5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1426464"/>
            <a:ext cx="3094777" cy="853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60198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题型四｜纯虚数、实数与参数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1498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已知复数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400" y="1426464"/>
            <a:ext cx="2341961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1812544"/>
            <a:ext cx="2921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是纯虚数，则实数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6800" y="2015038"/>
            <a:ext cx="182778" cy="153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378" y="1812544"/>
            <a:ext cx="1143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的值为</a:t>
            </a:r>
          </a:p>
        </p:txBody>
      </p:sp>
      <p:pic>
        <p:nvPicPr>
          <p:cNvPr id="9" name="Picture 8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7978" y="2168144"/>
            <a:ext cx="1422400" cy="711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1178" y="1812544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46482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题型五｜复平面与象限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1143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设复数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400" y="1426464"/>
            <a:ext cx="1612903" cy="747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204195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则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2406690"/>
            <a:ext cx="177592" cy="153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5992" y="2204195"/>
            <a:ext cx="4343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在复平面内对应的点位于第</a:t>
            </a:r>
          </a:p>
        </p:txBody>
      </p:sp>
      <p:pic>
        <p:nvPicPr>
          <p:cNvPr id="9" name="Picture 8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3992" y="2559795"/>
            <a:ext cx="1422400" cy="711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7192" y="2204195"/>
            <a:ext cx="1143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象限。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37338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题型六｜共轭复数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1041952"/>
            <a:ext cx="118782" cy="233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1782" y="919480"/>
            <a:ext cx="3276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是虚数单位，则复数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1426464"/>
            <a:ext cx="798617" cy="747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1200" y="2204195"/>
            <a:ext cx="2209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的共轭复数为</a:t>
            </a:r>
          </a:p>
        </p:txBody>
      </p:sp>
      <p:pic>
        <p:nvPicPr>
          <p:cNvPr id="9" name="Picture 8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5600" y="2559795"/>
            <a:ext cx="1422400" cy="711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800" y="2204195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37338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题型七｜复数方程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pic>
        <p:nvPicPr>
          <p:cNvPr id="4" name="Picture 3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200" y="1041952"/>
            <a:ext cx="118782" cy="233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69782" y="919480"/>
            <a:ext cx="2921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是虚数单位，复数</a:t>
            </a:r>
          </a:p>
        </p:txBody>
      </p:sp>
      <p:pic>
        <p:nvPicPr>
          <p:cNvPr id="6" name="Picture 5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5382" y="1121974"/>
            <a:ext cx="177592" cy="1531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93775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满足</a:t>
            </a:r>
          </a:p>
        </p:txBody>
      </p:sp>
      <p:pic>
        <p:nvPicPr>
          <p:cNvPr id="8" name="Picture 7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400" y="1426464"/>
            <a:ext cx="1563357" cy="7176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174562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则</a:t>
            </a:r>
          </a:p>
        </p:txBody>
      </p:sp>
      <p:pic>
        <p:nvPicPr>
          <p:cNvPr id="10" name="Picture 9" descr="LaTeX formula (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3:svgBlip xmlns:ns1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7600" y="2377056"/>
            <a:ext cx="2068358" cy="2242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36758" y="2174562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304800"/>
            <a:ext cx="60198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题型八｜综合判断与几何最值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19480"/>
            <a:ext cx="1498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如果复数</a:t>
            </a:r>
          </a:p>
        </p:txBody>
      </p:sp>
      <p:pic>
        <p:nvPicPr>
          <p:cNvPr id="5" name="Picture 4" descr="LaTeX formula (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3400" y="1121974"/>
            <a:ext cx="177592" cy="153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01792" y="919480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满足</a:t>
            </a:r>
          </a:p>
        </p:txBody>
      </p:sp>
      <p:pic>
        <p:nvPicPr>
          <p:cNvPr id="7" name="Picture 6" descr="LaTeX formula (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1426464"/>
            <a:ext cx="2173960" cy="35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1200" y="1812544"/>
            <a:ext cx="7874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那么</a:t>
            </a:r>
          </a:p>
        </p:txBody>
      </p:sp>
      <p:pic>
        <p:nvPicPr>
          <p:cNvPr id="9" name="Picture 8" descr="LaTeX formula (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1901444"/>
            <a:ext cx="1531501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55501" y="1812544"/>
            <a:ext cx="18542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的最大值是</a:t>
            </a:r>
          </a:p>
        </p:txBody>
      </p:sp>
      <p:pic>
        <p:nvPicPr>
          <p:cNvPr id="11" name="Picture 10" descr="LaTeX formula (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4301" y="2168144"/>
            <a:ext cx="1422400" cy="71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7501" y="1812544"/>
            <a:ext cx="4318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