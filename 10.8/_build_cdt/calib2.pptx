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26"/>
          <p:cNvSpPr txBox="1"/>
          <p:nvPr/>
        </p:nvSpPr>
        <p:spPr>
          <a:xfrm>
            <a:off x="1270000" y="508000"/>
            <a:ext cx="7620000" cy="660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国</a:t>
            </a:r>
          </a:p>
        </p:txBody>
      </p:sp>
      <p:sp>
        <p:nvSpPr>
          <p:cNvPr id="3" name="C23"/>
          <p:cNvSpPr txBox="1"/>
          <p:nvPr/>
        </p:nvSpPr>
        <p:spPr>
          <a:xfrm>
            <a:off x="1270000" y="1524000"/>
            <a:ext cx="76200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国</a:t>
            </a:r>
          </a:p>
        </p:txBody>
      </p:sp>
      <p:sp>
        <p:nvSpPr>
          <p:cNvPr id="4" name="C32B"/>
          <p:cNvSpPr txBox="1"/>
          <p:nvPr/>
        </p:nvSpPr>
        <p:spPr>
          <a:xfrm>
            <a:off x="1270000" y="2540000"/>
            <a:ext cx="7620000" cy="812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国</a:t>
            </a:r>
          </a:p>
        </p:txBody>
      </p:sp>
      <p:sp>
        <p:nvSpPr>
          <p:cNvPr id="5" name="L26"/>
          <p:cNvSpPr txBox="1"/>
          <p:nvPr/>
        </p:nvSpPr>
        <p:spPr>
          <a:xfrm>
            <a:off x="1270000" y="3556000"/>
            <a:ext cx="7620000" cy="660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Hxg</a:t>
            </a:r>
          </a:p>
        </p:txBody>
      </p:sp>
      <p:sp>
        <p:nvSpPr>
          <p:cNvPr id="6" name="L23"/>
          <p:cNvSpPr txBox="1"/>
          <p:nvPr/>
        </p:nvSpPr>
        <p:spPr>
          <a:xfrm>
            <a:off x="1270000" y="4572000"/>
            <a:ext cx="76200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A.</a:t>
            </a:r>
          </a:p>
        </p:txBody>
      </p:sp>
      <p:sp>
        <p:nvSpPr>
          <p:cNvPr id="7" name="M26"/>
          <p:cNvSpPr txBox="1"/>
          <p:nvPr/>
        </p:nvSpPr>
        <p:spPr>
          <a:xfrm>
            <a:off x="1270000" y="5588000"/>
            <a:ext cx="7620000" cy="660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国Hxg国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